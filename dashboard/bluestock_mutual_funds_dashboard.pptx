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  <Relationship Id='rId10' Target='slides/slide5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0' Target='../media/image4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17821C45-6D49-4ACA-81DA-E96520D47A4D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bluestock_mutual_funds_dashboard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8D0AB226-41C5-46D0-9255-6B718F64AEAA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09/06/26 12:11:50 am IST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. Industry Overview" id="2" name="slide2">
            <a:extLst>
              <a:ext uri="{FF2B5EF4-FFF2-40B4-BE49-F238E27FC236}">
                <a16:creationId xmlns:a16="http://schemas.microsoft.com/office/drawing/2014/main" id="{448AF713-274C-4461-9BF4-492FBCA4219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4189" y="0"/>
            <a:ext cx="95636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4. SIP &amp;amp; Market Trends" id="3" name="slide3">
            <a:extLst>
              <a:ext uri="{FF2B5EF4-FFF2-40B4-BE49-F238E27FC236}">
                <a16:creationId xmlns:a16="http://schemas.microsoft.com/office/drawing/2014/main" id="{59B98474-A3C2-4C44-A141-43ECA8CFE98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4189" y="0"/>
            <a:ext cx="95636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3. Investor Analytics" id="4" name="slide4">
            <a:extLst>
              <a:ext uri="{FF2B5EF4-FFF2-40B4-BE49-F238E27FC236}">
                <a16:creationId xmlns:a16="http://schemas.microsoft.com/office/drawing/2014/main" id="{8CC4F6FB-B618-4C34-8AF3-1226F6C1FBD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4189" y="0"/>
            <a:ext cx="95636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2. Fund Performance" id="5" name="slide5">
            <a:extLst>
              <a:ext uri="{FF2B5EF4-FFF2-40B4-BE49-F238E27FC236}">
                <a16:creationId xmlns:a16="http://schemas.microsoft.com/office/drawing/2014/main" id="{B16F6F33-B071-4C48-B46A-AAD1D86CBAB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4189" y="0"/>
            <a:ext cx="95636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2026-06-08T18:41:51Z</dcterms:created>
  <dcterms:modified xsi:type="dcterms:W3CDTF">2026-06-08T18:41:51Z</dcterms:modified>
</cp:coreProperties>
</file>